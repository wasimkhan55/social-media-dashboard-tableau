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457EB189-DE31-4FBF-A895-EFFAFBD98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Social Media Dashboard</a:t>
            </a:r>
            <a:endParaRPr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A3B5EFDF-98A5-4766-B376-C1D100C9FE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tory 12">
            <a:extLst>
              <a:ext uri="{FF2B5EF4-FFF2-40B4-BE49-F238E27FC236}">
                <a16:creationId xmlns:a16="http://schemas.microsoft.com/office/drawing/2014/main" id="{8A6BBE20-96CE-4A43-AA35-3263AEE81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622" y="0"/>
            <a:ext cx="8650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tory 17">
            <a:extLst>
              <a:ext uri="{FF2B5EF4-FFF2-40B4-BE49-F238E27FC236}">
                <a16:creationId xmlns:a16="http://schemas.microsoft.com/office/drawing/2014/main" id="{65281A9C-38DE-4A3A-AD16-90290A903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622" y="0"/>
            <a:ext cx="8650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tory 18">
            <a:extLst>
              <a:ext uri="{FF2B5EF4-FFF2-40B4-BE49-F238E27FC236}">
                <a16:creationId xmlns:a16="http://schemas.microsoft.com/office/drawing/2014/main" id="{E0A97482-E688-4AC8-AB91-1FA9FE821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622" y="0"/>
            <a:ext cx="8650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tory 19">
            <a:extLst>
              <a:ext uri="{FF2B5EF4-FFF2-40B4-BE49-F238E27FC236}">
                <a16:creationId xmlns:a16="http://schemas.microsoft.com/office/drawing/2014/main" id="{ADB60C64-9532-49EC-B0EB-413076BC1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622" y="0"/>
            <a:ext cx="8650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tory 110">
            <a:extLst>
              <a:ext uri="{FF2B5EF4-FFF2-40B4-BE49-F238E27FC236}">
                <a16:creationId xmlns:a16="http://schemas.microsoft.com/office/drawing/2014/main" id="{95098ECC-4EA1-41EE-9654-228C4693B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622" y="0"/>
            <a:ext cx="8650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tory 111">
            <a:extLst>
              <a:ext uri="{FF2B5EF4-FFF2-40B4-BE49-F238E27FC236}">
                <a16:creationId xmlns:a16="http://schemas.microsoft.com/office/drawing/2014/main" id="{3A3EC9ED-9F3B-4CBA-BA43-0CA628B51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622" y="0"/>
            <a:ext cx="8650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Social Media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Wasim Khan</cp:lastModifiedBy>
  <cp:revision>1</cp:revision>
  <dcterms:created xsi:type="dcterms:W3CDTF">2026-02-24T17:25:56Z</dcterms:created>
  <dcterms:modified xsi:type="dcterms:W3CDTF">2026-03-03T18:37:26Z</dcterms:modified>
</cp:coreProperties>
</file>